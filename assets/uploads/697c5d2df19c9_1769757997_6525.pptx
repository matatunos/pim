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7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02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033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19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72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67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4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252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49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93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32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16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92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60258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89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96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3165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395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756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26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susehsm.hunosa.es:50000/sap/bc/ui5_ui5/sap/sysmon_desktop/index.html?TECH_SYS&amp;VIEW_SELECTED&amp;sap-client=001&amp;sap-language=E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Formación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System Monitoring</a:t>
            </a:r>
          </a:p>
          <a:p>
            <a:r>
              <a:rPr dirty="0"/>
              <a:t>SAP Solution Manager 7.2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Qué es SAP </a:t>
            </a:r>
            <a:r>
              <a:rPr lang="es-ES" dirty="0" err="1"/>
              <a:t>Solution</a:t>
            </a:r>
            <a:r>
              <a:rPr lang="es-ES" dirty="0"/>
              <a:t> Manager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2AE21A-E0A8-4CA2-A44A-F7FEE9CE2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89" y="2793889"/>
            <a:ext cx="5315692" cy="37914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 de la 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Interpretar correctamente los avisos del </a:t>
            </a:r>
            <a:r>
              <a:rPr lang="es-ES" dirty="0" err="1"/>
              <a:t>system</a:t>
            </a:r>
            <a:r>
              <a:rPr lang="es-ES" dirty="0"/>
              <a:t> </a:t>
            </a:r>
            <a:r>
              <a:rPr lang="es-ES" dirty="0" err="1"/>
              <a:t>monitoring</a:t>
            </a:r>
            <a:r>
              <a:rPr lang="es-ES" dirty="0"/>
              <a:t>.</a:t>
            </a:r>
          </a:p>
          <a:p>
            <a:endParaRPr dirty="0"/>
          </a:p>
          <a:p>
            <a:r>
              <a:rPr lang="es-ES" dirty="0"/>
              <a:t>Saber como actuar una vez detectado el aviso, analizar, tratar y escalar/no escalar.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Visión General del System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básica</a:t>
            </a:r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involucrados</a:t>
            </a:r>
            <a:r>
              <a:rPr lang="es-ES" dirty="0"/>
              <a:t> -&gt;agentes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Notificaciones -&gt;</a:t>
            </a:r>
            <a:r>
              <a:rPr lang="es-ES" dirty="0" err="1"/>
              <a:t>Alertasdic</a:t>
            </a:r>
            <a:r>
              <a:rPr lang="es-ES" dirty="0"/>
              <a:t> disponibilidad y llenados de </a:t>
            </a:r>
            <a:r>
              <a:rPr lang="es-ES" dirty="0" err="1"/>
              <a:t>Filesystem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620F099-6466-4068-975D-272E50AC9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482" y="2336873"/>
            <a:ext cx="447737" cy="113363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090860F-922E-4295-9568-AD0174575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591" y="3726899"/>
            <a:ext cx="800212" cy="4096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Navegación por la Transacción /N:SOLMAN_WORKCENTER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Acceso</a:t>
            </a:r>
            <a:r>
              <a:rPr dirty="0"/>
              <a:t> al </a:t>
            </a:r>
            <a:r>
              <a:rPr dirty="0" err="1"/>
              <a:t>Workcenter</a:t>
            </a:r>
            <a:r>
              <a:rPr dirty="0"/>
              <a:t> “Technical Monitoring”</a:t>
            </a:r>
            <a:endParaRPr lang="es-ES" dirty="0"/>
          </a:p>
          <a:p>
            <a:pPr marL="0" indent="0">
              <a:buNone/>
            </a:pPr>
            <a:r>
              <a:rPr lang="es-ES" dirty="0">
                <a:hlinkClick r:id="rId2"/>
              </a:rPr>
              <a:t>http://susehsm.hunosa.es:50000/sap/bc/ui5_ui5/sap/sysmon_desktop/index.html?TECH_SYS&amp;VIEW_SELECTED&amp;sap-client=001&amp;sap-language=EN</a:t>
            </a:r>
            <a:r>
              <a:rPr lang="es-ES" dirty="0"/>
              <a:t> </a:t>
            </a:r>
            <a:r>
              <a:rPr lang="es-ES" dirty="0" err="1"/>
              <a:t>login</a:t>
            </a:r>
            <a:r>
              <a:rPr lang="es-ES" dirty="0"/>
              <a:t> con SAU</a:t>
            </a:r>
          </a:p>
          <a:p>
            <a:r>
              <a:rPr dirty="0" err="1"/>
              <a:t>Sección</a:t>
            </a:r>
            <a:r>
              <a:rPr dirty="0"/>
              <a:t> </a:t>
            </a:r>
            <a:r>
              <a:rPr lang="es-ES" dirty="0" err="1"/>
              <a:t>Scope</a:t>
            </a:r>
            <a:r>
              <a:rPr lang="es-ES" dirty="0"/>
              <a:t> -&gt; GO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13FB57E-C21D-46A6-9581-9E288E9F3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56" y="4634666"/>
            <a:ext cx="5489467" cy="18042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Alertas y su Clasificación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Críticas</a:t>
            </a:r>
            <a:r>
              <a:rPr dirty="0"/>
              <a:t> (</a:t>
            </a:r>
            <a:r>
              <a:rPr dirty="0" err="1"/>
              <a:t>rojas</a:t>
            </a:r>
            <a:r>
              <a:rPr dirty="0"/>
              <a:t>), </a:t>
            </a:r>
            <a:r>
              <a:rPr dirty="0" err="1"/>
              <a:t>Advertencias</a:t>
            </a:r>
            <a:r>
              <a:rPr dirty="0"/>
              <a:t> (</a:t>
            </a:r>
            <a:r>
              <a:rPr dirty="0" err="1"/>
              <a:t>amarillas</a:t>
            </a:r>
            <a:r>
              <a:rPr dirty="0"/>
              <a:t>), </a:t>
            </a:r>
            <a:r>
              <a:rPr lang="es-ES" dirty="0"/>
              <a:t>Sin acceso a datos</a:t>
            </a:r>
            <a:r>
              <a:rPr dirty="0"/>
              <a:t> (</a:t>
            </a:r>
            <a:r>
              <a:rPr lang="es-ES" dirty="0"/>
              <a:t>gris</a:t>
            </a:r>
            <a:r>
              <a:rPr dirty="0"/>
              <a:t>)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interpretar</a:t>
            </a:r>
            <a:r>
              <a:rPr dirty="0"/>
              <a:t> la </a:t>
            </a:r>
            <a:r>
              <a:rPr dirty="0" err="1"/>
              <a:t>severidad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r>
              <a:rPr dirty="0" err="1"/>
              <a:t>Categorías</a:t>
            </a:r>
            <a:r>
              <a:rPr dirty="0"/>
              <a:t>: </a:t>
            </a:r>
            <a:r>
              <a:rPr dirty="0" err="1"/>
              <a:t>Disponibilidad</a:t>
            </a:r>
            <a:r>
              <a:rPr dirty="0"/>
              <a:t>, </a:t>
            </a:r>
            <a:r>
              <a:rPr dirty="0" err="1"/>
              <a:t>Rendimiento</a:t>
            </a:r>
            <a:r>
              <a:rPr dirty="0"/>
              <a:t>, </a:t>
            </a:r>
            <a:r>
              <a:rPr lang="es-ES" dirty="0" err="1"/>
              <a:t>Excepcion</a:t>
            </a:r>
            <a:r>
              <a:rPr lang="es-ES" dirty="0"/>
              <a:t> (Capacidad)</a:t>
            </a:r>
            <a:r>
              <a:rPr dirty="0"/>
              <a:t>,</a:t>
            </a:r>
            <a:endParaRPr lang="es-E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655694-F906-4AA3-A9B4-816C66EE7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00" y="5733245"/>
            <a:ext cx="6077798" cy="74305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E7EEB8C-BF21-4B8E-ADF1-80690F32A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98" y="3139709"/>
            <a:ext cx="4348661" cy="7290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Monitorización de Disponibilidad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Disponibilidad</a:t>
            </a:r>
            <a:r>
              <a:rPr dirty="0"/>
              <a:t> de </a:t>
            </a:r>
            <a:r>
              <a:rPr dirty="0" err="1"/>
              <a:t>sistemas</a:t>
            </a:r>
            <a:r>
              <a:rPr dirty="0"/>
              <a:t> SAP (</a:t>
            </a:r>
            <a:r>
              <a:rPr dirty="0" err="1"/>
              <a:t>instancias</a:t>
            </a:r>
            <a:r>
              <a:rPr dirty="0"/>
              <a:t>)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Disponibilidad</a:t>
            </a:r>
            <a:r>
              <a:rPr dirty="0"/>
              <a:t> de </a:t>
            </a:r>
            <a:r>
              <a:rPr dirty="0" err="1"/>
              <a:t>servicios</a:t>
            </a:r>
            <a:r>
              <a:rPr dirty="0"/>
              <a:t> de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 (Windows/Linux)</a:t>
            </a:r>
            <a:endParaRPr lang="es-E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Alertas</a:t>
            </a:r>
            <a:r>
              <a:rPr dirty="0"/>
              <a:t> de Host: </a:t>
            </a:r>
            <a:r>
              <a:rPr lang="es-ES" dirty="0"/>
              <a:t>Disponibilidad, </a:t>
            </a:r>
            <a:r>
              <a:rPr dirty="0" err="1"/>
              <a:t>Capacidad</a:t>
            </a:r>
            <a:r>
              <a:rPr dirty="0"/>
              <a:t> y </a:t>
            </a:r>
            <a:r>
              <a:rPr lang="es-ES" dirty="0"/>
              <a:t>Rendimiento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Disponibilidad</a:t>
            </a:r>
          </a:p>
          <a:p>
            <a:r>
              <a:rPr dirty="0"/>
              <a:t>Filesystem </a:t>
            </a:r>
            <a:r>
              <a:rPr dirty="0" err="1"/>
              <a:t>lleno</a:t>
            </a:r>
            <a:endParaRPr lang="es-ES" dirty="0"/>
          </a:p>
          <a:p>
            <a:r>
              <a:rPr dirty="0" err="1"/>
              <a:t>Uso</a:t>
            </a:r>
            <a:r>
              <a:rPr dirty="0"/>
              <a:t> de CPU </a:t>
            </a:r>
            <a:r>
              <a:rPr dirty="0" err="1"/>
              <a:t>elevado</a:t>
            </a:r>
            <a:endParaRPr dirty="0"/>
          </a:p>
          <a:p>
            <a:r>
              <a:rPr dirty="0" err="1"/>
              <a:t>Uso</a:t>
            </a:r>
            <a:r>
              <a:rPr dirty="0"/>
              <a:t> de Memoria RAM</a:t>
            </a:r>
          </a:p>
          <a:p>
            <a:r>
              <a:rPr dirty="0" err="1"/>
              <a:t>Métricas</a:t>
            </a:r>
            <a:r>
              <a:rPr dirty="0"/>
              <a:t> de </a:t>
            </a:r>
            <a:r>
              <a:rPr dirty="0" err="1"/>
              <a:t>ejemplo</a:t>
            </a:r>
            <a:r>
              <a:rPr dirty="0"/>
              <a:t> e </a:t>
            </a:r>
            <a:r>
              <a:rPr dirty="0" err="1"/>
              <a:t>interpretación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Prácticos y Simulación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Ejemplo: Host no disponible</a:t>
            </a:r>
          </a:p>
          <a:p>
            <a:endParaRPr lang="es-ES" dirty="0"/>
          </a:p>
          <a:p>
            <a:pPr marL="0" indent="0">
              <a:buNone/>
            </a:pPr>
            <a:endParaRPr dirty="0"/>
          </a:p>
          <a:p>
            <a:r>
              <a:rPr dirty="0" err="1"/>
              <a:t>Ejemplo</a:t>
            </a:r>
            <a:r>
              <a:rPr dirty="0"/>
              <a:t>: SAP Instance no disponible</a:t>
            </a:r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r>
              <a:rPr lang="es-ES" dirty="0"/>
              <a:t>Ejemplo: alerta de </a:t>
            </a:r>
            <a:r>
              <a:rPr lang="es-ES" dirty="0" err="1"/>
              <a:t>filesystem</a:t>
            </a:r>
            <a:r>
              <a:rPr lang="es-ES" dirty="0"/>
              <a:t> &gt;90%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3DFAD59-7364-4B52-9F1D-822EAA455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93" y="4196995"/>
            <a:ext cx="4160137" cy="76362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BAE79BC-41FB-477A-BE48-173050A08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093" y="2770622"/>
            <a:ext cx="2375589" cy="65837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A51AFCB-E375-4F49-9EBD-E4344382E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363" y="5516431"/>
            <a:ext cx="1800476" cy="71447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546CB-CFA0-4B2C-9C74-B489974F9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66" y="5554537"/>
            <a:ext cx="6371457" cy="6382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 Alertas y Detalles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ver</a:t>
            </a:r>
            <a:r>
              <a:rPr dirty="0"/>
              <a:t> </a:t>
            </a:r>
            <a:r>
              <a:rPr dirty="0" err="1"/>
              <a:t>detalles</a:t>
            </a:r>
            <a:r>
              <a:rPr dirty="0"/>
              <a:t> de una </a:t>
            </a:r>
            <a:r>
              <a:rPr dirty="0" err="1"/>
              <a:t>alerta</a:t>
            </a:r>
            <a:r>
              <a:rPr lang="es-ES" dirty="0"/>
              <a:t> Disponibilidad</a:t>
            </a:r>
          </a:p>
          <a:p>
            <a:r>
              <a:rPr lang="es-ES" dirty="0"/>
              <a:t>A partir del email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Navegando en la herramienta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9A1F04-3D76-41D9-BD4A-EE49C8D9B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55" y="4736163"/>
            <a:ext cx="5772956" cy="4096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409E634-B268-432B-9DC8-9AFA84FCB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2" y="5312120"/>
            <a:ext cx="5258534" cy="119079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516448B-13C5-4B91-B2E2-F5E3880B9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93" y="3297362"/>
            <a:ext cx="2375589" cy="65837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16555E0-C5D1-4B6C-8D52-505966475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291" y="3238698"/>
            <a:ext cx="3585309" cy="83876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64A9899-CCBE-4B96-9857-13CF6617CE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6056" y="3243727"/>
            <a:ext cx="1212274" cy="7656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 Alertas y Detalles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Análisis llenado </a:t>
            </a:r>
            <a:r>
              <a:rPr lang="es-ES" dirty="0" err="1"/>
              <a:t>filesystem</a:t>
            </a:r>
            <a:endParaRPr lang="es-ES" dirty="0"/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0C466B0-4C67-4E18-99FA-885400C15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39" y="2745225"/>
            <a:ext cx="4750035" cy="183565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476683B1-913A-4E31-B440-20D6F784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237" y="2745225"/>
            <a:ext cx="1675617" cy="372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04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Buenas Prácticas para Operadores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alertas</a:t>
            </a:r>
            <a:r>
              <a:rPr dirty="0"/>
              <a:t> </a:t>
            </a:r>
            <a:r>
              <a:rPr dirty="0" err="1"/>
              <a:t>priorizar</a:t>
            </a:r>
            <a:endParaRPr dirty="0"/>
          </a:p>
          <a:p>
            <a:r>
              <a:rPr dirty="0" err="1"/>
              <a:t>Cuándo</a:t>
            </a:r>
            <a:r>
              <a:rPr dirty="0"/>
              <a:t> </a:t>
            </a:r>
            <a:r>
              <a:rPr lang="es-ES" dirty="0"/>
              <a:t>se crea una </a:t>
            </a:r>
            <a:r>
              <a:rPr lang="es-ES" dirty="0" err="1"/>
              <a:t>inci</a:t>
            </a:r>
            <a:endParaRPr dirty="0"/>
          </a:p>
          <a:p>
            <a:r>
              <a:rPr lang="es-ES" dirty="0"/>
              <a:t>Cómo abrir</a:t>
            </a:r>
            <a:r>
              <a:rPr dirty="0"/>
              <a:t> </a:t>
            </a:r>
            <a:r>
              <a:rPr dirty="0" err="1"/>
              <a:t>incidencias</a:t>
            </a:r>
            <a:r>
              <a:rPr dirty="0"/>
              <a:t> </a:t>
            </a:r>
            <a:r>
              <a:rPr dirty="0" err="1"/>
              <a:t>correctamente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TM04033917[[fn=Berlín]]</Template>
  <TotalTime>76</TotalTime>
  <Words>280</Words>
  <Application>Microsoft Office PowerPoint</Application>
  <PresentationFormat>Presentación en pantalla (4:3)</PresentationFormat>
  <Paragraphs>57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Trebuchet MS</vt:lpstr>
      <vt:lpstr>Berlín</vt:lpstr>
      <vt:lpstr>Formación en System Monitoring SAP Solution Manager 7.2</vt:lpstr>
      <vt:lpstr>Objetivos de la formación</vt:lpstr>
      <vt:lpstr>Visión General del System Monitoring</vt:lpstr>
      <vt:lpstr>Navegación por la Transacción /N:SOLMAN_WORKCENTER</vt:lpstr>
      <vt:lpstr>Tipos de Alertas y su Clasificación</vt:lpstr>
      <vt:lpstr>Monitorización de Disponibilidad</vt:lpstr>
      <vt:lpstr>Alertas de Host: Disponibilidad, Capacidad y Rendimiento</vt:lpstr>
      <vt:lpstr>Casos Prácticos y Simulación</vt:lpstr>
      <vt:lpstr>Análisis de Alertas y Detalles</vt:lpstr>
      <vt:lpstr>Análisis de Alertas y Detalles</vt:lpstr>
      <vt:lpstr>Buenas Prácticas para Operadores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Formación en System Monitoring SAP Solution Manager 7.2</dc:title>
  <dc:subject/>
  <dc:creator/>
  <cp:keywords/>
  <dc:description>generated using python-pptx</dc:description>
  <cp:lastModifiedBy>Miguel Granda Méndez</cp:lastModifiedBy>
  <cp:revision>11</cp:revision>
  <dcterms:created xsi:type="dcterms:W3CDTF">2013-01-27T09:14:16Z</dcterms:created>
  <dcterms:modified xsi:type="dcterms:W3CDTF">2025-05-28T07:03:50Z</dcterms:modified>
  <cp:category/>
</cp:coreProperties>
</file>